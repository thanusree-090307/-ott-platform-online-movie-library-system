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3/28/2026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3/28/2026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3/28/2026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3/28/2026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3/28/2026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3/28/2026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3/28/2026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999C-24B1-F7BF-FF42-693EABAF18EC}"/>
              </a:ext>
            </a:extLst>
          </p:cNvPr>
          <p:cNvSpPr>
            <a:spLocks noGrp="1"/>
          </p:cNvSpPr>
          <p:nvPr>
            <p:ph type="ctrTitle"/>
          </p:nvPr>
        </p:nvSpPr>
        <p:spPr>
          <a:xfrm>
            <a:off x="1097280" y="758952"/>
            <a:ext cx="10058400" cy="873203"/>
          </a:xfrm>
        </p:spPr>
        <p:txBody>
          <a:bodyPr>
            <a:normAutofit/>
          </a:bodyPr>
          <a:lstStyle/>
          <a:p>
            <a:r>
              <a:rPr lang="en-US" sz="2800" b="1" dirty="0"/>
              <a:t>PROJECT TITLE :  </a:t>
            </a:r>
            <a:r>
              <a:rPr lang="en-US" sz="2800" b="1" dirty="0">
                <a:solidFill>
                  <a:schemeClr val="accent1">
                    <a:lumMod val="75000"/>
                  </a:schemeClr>
                </a:solidFill>
              </a:rPr>
              <a:t>OTT PLATFORM / ONLINE MOVIE LIBRARY SYSTEM</a:t>
            </a:r>
            <a:endParaRPr lang="en-IN" sz="2800" b="1" dirty="0">
              <a:solidFill>
                <a:schemeClr val="accent1">
                  <a:lumMod val="75000"/>
                </a:schemeClr>
              </a:solidFill>
            </a:endParaRPr>
          </a:p>
        </p:txBody>
      </p:sp>
      <p:sp>
        <p:nvSpPr>
          <p:cNvPr id="3" name="Subtitle 2">
            <a:extLst>
              <a:ext uri="{FF2B5EF4-FFF2-40B4-BE49-F238E27FC236}">
                <a16:creationId xmlns:a16="http://schemas.microsoft.com/office/drawing/2014/main" id="{8806446A-8610-B4BF-8464-A0696E4ECC76}"/>
              </a:ext>
            </a:extLst>
          </p:cNvPr>
          <p:cNvSpPr>
            <a:spLocks noGrp="1"/>
          </p:cNvSpPr>
          <p:nvPr>
            <p:ph type="subTitle" idx="1"/>
          </p:nvPr>
        </p:nvSpPr>
        <p:spPr>
          <a:xfrm>
            <a:off x="972232" y="2164704"/>
            <a:ext cx="10058400" cy="3734651"/>
          </a:xfrm>
        </p:spPr>
        <p:txBody>
          <a:bodyPr>
            <a:normAutofit/>
          </a:bodyPr>
          <a:lstStyle/>
          <a:p>
            <a:r>
              <a:rPr lang="en-US" dirty="0"/>
              <a:t>                </a:t>
            </a:r>
            <a:r>
              <a:rPr lang="en-US" b="1" dirty="0">
                <a:solidFill>
                  <a:schemeClr val="tx1"/>
                </a:solidFill>
              </a:rPr>
              <a:t>TEAM Members                     ROLL NO.       </a:t>
            </a:r>
          </a:p>
          <a:p>
            <a:r>
              <a:rPr lang="en-US" b="1" dirty="0">
                <a:solidFill>
                  <a:schemeClr val="accent1">
                    <a:lumMod val="75000"/>
                  </a:schemeClr>
                </a:solidFill>
              </a:rPr>
              <a:t>                 1.ThanuSree                     2510040112</a:t>
            </a:r>
          </a:p>
          <a:p>
            <a:r>
              <a:rPr lang="en-IN" b="1" dirty="0">
                <a:solidFill>
                  <a:schemeClr val="accent1">
                    <a:lumMod val="75000"/>
                  </a:schemeClr>
                </a:solidFill>
              </a:rPr>
              <a:t>                 2.Pranavi                         2510030336</a:t>
            </a:r>
          </a:p>
          <a:p>
            <a:r>
              <a:rPr lang="en-IN" b="1" dirty="0">
                <a:solidFill>
                  <a:schemeClr val="accent1">
                    <a:lumMod val="75000"/>
                  </a:schemeClr>
                </a:solidFill>
              </a:rPr>
              <a:t>                 3.Siri                                 2510030225</a:t>
            </a:r>
          </a:p>
        </p:txBody>
      </p:sp>
      <p:pic>
        <p:nvPicPr>
          <p:cNvPr id="2050" name="Picture 2" descr="KLH University">
            <a:extLst>
              <a:ext uri="{FF2B5EF4-FFF2-40B4-BE49-F238E27FC236}">
                <a16:creationId xmlns:a16="http://schemas.microsoft.com/office/drawing/2014/main" id="{167BECE7-17E8-7CCD-FBF8-FD84A94486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981" y="90358"/>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118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45E95B-7BEB-E5AA-C84B-07C4A1D888E4}"/>
              </a:ext>
            </a:extLst>
          </p:cNvPr>
          <p:cNvSpPr>
            <a:spLocks noGrp="1"/>
          </p:cNvSpPr>
          <p:nvPr>
            <p:ph idx="1"/>
          </p:nvPr>
        </p:nvSpPr>
        <p:spPr>
          <a:xfrm>
            <a:off x="959628" y="108154"/>
            <a:ext cx="10058400" cy="5850194"/>
          </a:xfrm>
        </p:spPr>
        <p:txBody>
          <a:bodyPr>
            <a:normAutofit/>
          </a:bodyPr>
          <a:lstStyle/>
          <a:p>
            <a:endParaRPr lang="en-US" b="1" dirty="0"/>
          </a:p>
          <a:p>
            <a:endParaRPr lang="en-US" b="1" dirty="0"/>
          </a:p>
          <a:p>
            <a:r>
              <a:rPr lang="en-IN" sz="3200" dirty="0"/>
              <a:t>Project Overview:</a:t>
            </a:r>
            <a:endParaRPr lang="en-US" sz="3000" dirty="0"/>
          </a:p>
          <a:p>
            <a:endParaRPr lang="en-US" dirty="0"/>
          </a:p>
          <a:p>
            <a:r>
              <a:rPr lang="en-US" dirty="0"/>
              <a:t>This project simulates a basic OTT platform like Netflix or Prime Video </a:t>
            </a:r>
          </a:p>
          <a:p>
            <a:r>
              <a:rPr lang="en-US" dirty="0"/>
              <a:t>It allows users to: </a:t>
            </a:r>
          </a:p>
          <a:p>
            <a:pPr lvl="1"/>
            <a:r>
              <a:rPr lang="en-US" dirty="0"/>
              <a:t>View available movies </a:t>
            </a:r>
          </a:p>
          <a:p>
            <a:pPr lvl="1"/>
            <a:r>
              <a:rPr lang="en-US" dirty="0"/>
              <a:t>Search movies by ID, Name, and Genre </a:t>
            </a:r>
          </a:p>
          <a:p>
            <a:pPr lvl="1"/>
            <a:r>
              <a:rPr lang="en-US" dirty="0"/>
              <a:t>View trending movies </a:t>
            </a:r>
          </a:p>
          <a:p>
            <a:pPr lvl="1"/>
            <a:r>
              <a:rPr lang="en-US" dirty="0"/>
              <a:t>Maintain watch history </a:t>
            </a:r>
          </a:p>
          <a:p>
            <a:pPr lvl="1"/>
            <a:r>
              <a:rPr lang="en-US" dirty="0"/>
              <a:t>Manage watch list </a:t>
            </a:r>
          </a:p>
          <a:p>
            <a:r>
              <a:rPr lang="en-US" dirty="0"/>
              <a:t>The system is menu-driven and user interactive </a:t>
            </a:r>
          </a:p>
          <a:p>
            <a:r>
              <a:rPr lang="en-US" dirty="0"/>
              <a:t>It demonstrates real-world application of data structures </a:t>
            </a:r>
          </a:p>
          <a:p>
            <a:r>
              <a:rPr lang="en-US" dirty="0"/>
              <a:t>(</a:t>
            </a:r>
            <a:r>
              <a:rPr lang="en-US" b="1" dirty="0"/>
              <a:t>The project focuses on efficient data handling using different data structures</a:t>
            </a:r>
            <a:r>
              <a:rPr lang="en-US" dirty="0"/>
              <a:t>)</a:t>
            </a:r>
          </a:p>
          <a:p>
            <a:pPr marL="0" indent="0">
              <a:buNone/>
            </a:pPr>
            <a:endParaRPr lang="en-IN" dirty="0"/>
          </a:p>
        </p:txBody>
      </p:sp>
      <p:pic>
        <p:nvPicPr>
          <p:cNvPr id="4" name="Picture 2" descr="KLH University">
            <a:extLst>
              <a:ext uri="{FF2B5EF4-FFF2-40B4-BE49-F238E27FC236}">
                <a16:creationId xmlns:a16="http://schemas.microsoft.com/office/drawing/2014/main" id="{CECF4732-9061-2583-39AE-424EB1A32E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267" y="208345"/>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390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9EAA3-C1B1-EBAD-0A61-23B88F134812}"/>
              </a:ext>
            </a:extLst>
          </p:cNvPr>
          <p:cNvSpPr>
            <a:spLocks noGrp="1"/>
          </p:cNvSpPr>
          <p:nvPr>
            <p:ph idx="1"/>
          </p:nvPr>
        </p:nvSpPr>
        <p:spPr>
          <a:xfrm>
            <a:off x="1066800" y="1197077"/>
            <a:ext cx="10058400" cy="4463845"/>
          </a:xfrm>
        </p:spPr>
        <p:txBody>
          <a:bodyPr>
            <a:normAutofit fontScale="92500" lnSpcReduction="10000"/>
          </a:bodyPr>
          <a:lstStyle/>
          <a:p>
            <a:r>
              <a:rPr lang="en-US" sz="2800" b="1" dirty="0"/>
              <a:t>Key Features of the System </a:t>
            </a:r>
            <a:r>
              <a:rPr lang="en-US" sz="2800" dirty="0"/>
              <a:t>:</a:t>
            </a:r>
          </a:p>
          <a:p>
            <a:endParaRPr lang="en-US" sz="2800" dirty="0"/>
          </a:p>
          <a:p>
            <a:pPr marL="0" lvl="0" indent="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Provides a simple and user-friendly menu-driven interface for easy interaction </a:t>
            </a:r>
          </a:p>
          <a:p>
            <a:pPr marL="0" lvl="0" indent="0" eaLnBrk="0" fontAlgn="base" hangingPunct="0">
              <a:lnSpc>
                <a:spcPct val="100000"/>
              </a:lnSpc>
              <a:spcBef>
                <a:spcPct val="0"/>
              </a:spcBef>
              <a:spcAft>
                <a:spcPct val="0"/>
              </a:spcAft>
              <a:buClrTx/>
              <a:buSzTx/>
              <a:buFontTx/>
              <a:buChar char="•"/>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Displays detailed movie information including ID, Name, Genre, Ratings, and Views </a:t>
            </a:r>
          </a:p>
          <a:p>
            <a:pPr marL="0" lvl="0" indent="0" eaLnBrk="0" fontAlgn="base" hangingPunct="0">
              <a:lnSpc>
                <a:spcPct val="100000"/>
              </a:lnSpc>
              <a:spcBef>
                <a:spcPct val="0"/>
              </a:spcBef>
              <a:spcAft>
                <a:spcPct val="0"/>
              </a:spcAft>
              <a:buClrTx/>
              <a:buSzTx/>
              <a:buFontTx/>
              <a:buChar char="•"/>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Allows users to search movies based on Movie ID, Movie Name, and Genre Code </a:t>
            </a:r>
          </a:p>
          <a:p>
            <a:pPr marL="0" lvl="0" indent="0" eaLnBrk="0" fontAlgn="base" hangingPunct="0">
              <a:lnSpc>
                <a:spcPct val="100000"/>
              </a:lnSpc>
              <a:spcBef>
                <a:spcPct val="0"/>
              </a:spcBef>
              <a:spcAft>
                <a:spcPct val="0"/>
              </a:spcAft>
              <a:buClrTx/>
              <a:buSzTx/>
              <a:buFontTx/>
              <a:buChar char="•"/>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Includes a Trending Movies section where movies can be added, removed, and viewed dynamically </a:t>
            </a:r>
          </a:p>
          <a:p>
            <a:pPr marL="0" lvl="0" indent="0" eaLnBrk="0" fontAlgn="base" hangingPunct="0">
              <a:lnSpc>
                <a:spcPct val="100000"/>
              </a:lnSpc>
              <a:spcBef>
                <a:spcPct val="0"/>
              </a:spcBef>
              <a:spcAft>
                <a:spcPct val="0"/>
              </a:spcAft>
              <a:buClrTx/>
              <a:buSzTx/>
              <a:buFontTx/>
              <a:buChar char="•"/>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Maintains a Watch History to keep track of previously watched movies </a:t>
            </a:r>
          </a:p>
          <a:p>
            <a:pPr marL="0" lvl="0" indent="0" eaLnBrk="0" fontAlgn="base" hangingPunct="0">
              <a:lnSpc>
                <a:spcPct val="100000"/>
              </a:lnSpc>
              <a:spcBef>
                <a:spcPct val="0"/>
              </a:spcBef>
              <a:spcAft>
                <a:spcPct val="0"/>
              </a:spcAft>
              <a:buClrTx/>
              <a:buSzTx/>
              <a:buFontTx/>
              <a:buChar char="•"/>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Provides a Watch List feature where users can add, remove, and view movies </a:t>
            </a:r>
          </a:p>
          <a:p>
            <a:pPr marL="0" lvl="0" indent="0" eaLnBrk="0" fontAlgn="base" hangingPunct="0">
              <a:lnSpc>
                <a:spcPct val="100000"/>
              </a:lnSpc>
              <a:spcBef>
                <a:spcPct val="0"/>
              </a:spcBef>
              <a:spcAft>
                <a:spcPct val="0"/>
              </a:spcAft>
              <a:buClrTx/>
              <a:buSzTx/>
              <a:buFontTx/>
              <a:buChar char="•"/>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sym typeface="Wingdings" panose="05000000000000000000" pitchFamily="2" charset="2"/>
              </a:rPr>
              <a:t></a:t>
            </a:r>
            <a:r>
              <a:rPr lang="en-US" altLang="en-US" sz="1800" dirty="0">
                <a:solidFill>
                  <a:schemeClr val="tx1"/>
                </a:solidFill>
                <a:latin typeface="Arial" panose="020B0604020202020204" pitchFamily="34" charset="0"/>
              </a:rPr>
              <a:t>Supports sorting of movies based on ratings, views, and alphabetical order </a:t>
            </a:r>
          </a:p>
          <a:p>
            <a:endParaRPr lang="en-IN" sz="1200" dirty="0"/>
          </a:p>
        </p:txBody>
      </p:sp>
      <p:pic>
        <p:nvPicPr>
          <p:cNvPr id="8" name="Picture 2" descr="KLH University">
            <a:extLst>
              <a:ext uri="{FF2B5EF4-FFF2-40B4-BE49-F238E27FC236}">
                <a16:creationId xmlns:a16="http://schemas.microsoft.com/office/drawing/2014/main" id="{36BE76A5-B557-FAF5-F99C-8124F145F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65" y="267339"/>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34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433016-2DB1-2EF6-1F51-FF5E3035C6E3}"/>
              </a:ext>
            </a:extLst>
          </p:cNvPr>
          <p:cNvSpPr>
            <a:spLocks noGrp="1"/>
          </p:cNvSpPr>
          <p:nvPr>
            <p:ph idx="1"/>
          </p:nvPr>
        </p:nvSpPr>
        <p:spPr>
          <a:xfrm>
            <a:off x="1091380" y="786580"/>
            <a:ext cx="10491019" cy="5476567"/>
          </a:xfrm>
        </p:spPr>
        <p:txBody>
          <a:bodyPr>
            <a:normAutofit fontScale="55000" lnSpcReduction="20000"/>
          </a:bodyPr>
          <a:lstStyle/>
          <a:p>
            <a:endParaRPr lang="en-IN" sz="2800" dirty="0"/>
          </a:p>
          <a:p>
            <a:r>
              <a:rPr lang="en-IN" sz="5900" dirty="0"/>
              <a:t>Working of the System :</a:t>
            </a:r>
          </a:p>
          <a:p>
            <a:endParaRPr lang="en-IN" sz="2800" dirty="0"/>
          </a:p>
          <a:p>
            <a:r>
              <a:rPr lang="en-US" sz="3300" dirty="0"/>
              <a:t>-User selects options from the menu </a:t>
            </a:r>
          </a:p>
          <a:p>
            <a:r>
              <a:rPr lang="en-US" sz="3300" dirty="0"/>
              <a:t>-Movies are displayed from the array </a:t>
            </a:r>
          </a:p>
          <a:p>
            <a:r>
              <a:rPr lang="en-US" sz="3300" dirty="0"/>
              <a:t>-Searching is performed based on user input </a:t>
            </a:r>
          </a:p>
          <a:p>
            <a:r>
              <a:rPr lang="en-US" sz="3300" dirty="0"/>
              <a:t>-Trending movies are managed using Queue: </a:t>
            </a:r>
          </a:p>
          <a:p>
            <a:pPr lvl="1"/>
            <a:r>
              <a:rPr lang="en-US" sz="3300" dirty="0"/>
              <a:t>New movies added → Enqueue </a:t>
            </a:r>
          </a:p>
          <a:p>
            <a:pPr lvl="1"/>
            <a:r>
              <a:rPr lang="en-US" sz="3300" dirty="0"/>
              <a:t>Old movies removed → Dequeue </a:t>
            </a:r>
          </a:p>
          <a:p>
            <a:r>
              <a:rPr lang="en-US" sz="3300" dirty="0"/>
              <a:t>-Watch History: </a:t>
            </a:r>
          </a:p>
          <a:p>
            <a:pPr lvl="1"/>
            <a:r>
              <a:rPr lang="en-US" sz="3300" dirty="0"/>
              <a:t>Movies added and deleted dynamically using Linked List </a:t>
            </a:r>
          </a:p>
          <a:p>
            <a:r>
              <a:rPr lang="en-US" sz="3300" dirty="0"/>
              <a:t>-Watch List: </a:t>
            </a:r>
          </a:p>
          <a:p>
            <a:pPr lvl="1"/>
            <a:r>
              <a:rPr lang="en-US" sz="3300" dirty="0"/>
              <a:t>Movies added and removed using Stack operations </a:t>
            </a:r>
          </a:p>
          <a:p>
            <a:r>
              <a:rPr lang="en-US" sz="3300" dirty="0"/>
              <a:t>-Sorting feature arranges movies based on user preference </a:t>
            </a:r>
          </a:p>
          <a:p>
            <a:r>
              <a:rPr lang="en-US" sz="3300" dirty="0"/>
              <a:t>(The system ensures organized and efficient movie management )</a:t>
            </a:r>
          </a:p>
          <a:p>
            <a:endParaRPr lang="en-IN" sz="2800" dirty="0"/>
          </a:p>
        </p:txBody>
      </p:sp>
      <p:pic>
        <p:nvPicPr>
          <p:cNvPr id="4" name="Picture 2" descr="KLH University">
            <a:extLst>
              <a:ext uri="{FF2B5EF4-FFF2-40B4-BE49-F238E27FC236}">
                <a16:creationId xmlns:a16="http://schemas.microsoft.com/office/drawing/2014/main" id="{48F981F1-C573-53A2-468C-94536F88F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142" y="208344"/>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109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D0146-7697-1B48-FAB8-C85313C04EBB}"/>
              </a:ext>
            </a:extLst>
          </p:cNvPr>
          <p:cNvSpPr>
            <a:spLocks noGrp="1"/>
          </p:cNvSpPr>
          <p:nvPr>
            <p:ph idx="1"/>
          </p:nvPr>
        </p:nvSpPr>
        <p:spPr>
          <a:xfrm>
            <a:off x="1066800" y="1285296"/>
            <a:ext cx="10058400" cy="4751710"/>
          </a:xfrm>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r>
              <a:rPr lang="en-IN" dirty="0"/>
              <a:t>ARRAYS :</a:t>
            </a:r>
          </a:p>
          <a:p>
            <a:r>
              <a:rPr lang="en-IN" sz="1800" dirty="0"/>
              <a:t>Arrays are used to display the movies and the movie details like number of views, ratings, genre code .</a:t>
            </a:r>
          </a:p>
          <a:p>
            <a:pPr marL="0" indent="0">
              <a:buNone/>
            </a:pPr>
            <a:endParaRPr lang="en-IN" dirty="0"/>
          </a:p>
        </p:txBody>
      </p:sp>
      <p:pic>
        <p:nvPicPr>
          <p:cNvPr id="9" name="Picture 8">
            <a:extLst>
              <a:ext uri="{FF2B5EF4-FFF2-40B4-BE49-F238E27FC236}">
                <a16:creationId xmlns:a16="http://schemas.microsoft.com/office/drawing/2014/main" id="{0A370B65-9F18-E9A0-C44A-898859248C8B}"/>
              </a:ext>
            </a:extLst>
          </p:cNvPr>
          <p:cNvPicPr>
            <a:picLocks noChangeAspect="1"/>
          </p:cNvPicPr>
          <p:nvPr/>
        </p:nvPicPr>
        <p:blipFill>
          <a:blip r:embed="rId2"/>
          <a:stretch>
            <a:fillRect/>
          </a:stretch>
        </p:blipFill>
        <p:spPr>
          <a:xfrm>
            <a:off x="1066800" y="206477"/>
            <a:ext cx="10132142" cy="4562168"/>
          </a:xfrm>
          <a:prstGeom prst="rect">
            <a:avLst/>
          </a:prstGeom>
        </p:spPr>
      </p:pic>
      <p:pic>
        <p:nvPicPr>
          <p:cNvPr id="10" name="Picture 2" descr="KLH University">
            <a:extLst>
              <a:ext uri="{FF2B5EF4-FFF2-40B4-BE49-F238E27FC236}">
                <a16:creationId xmlns:a16="http://schemas.microsoft.com/office/drawing/2014/main" id="{1FDA89FB-223C-5C64-034F-A221BC946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78" y="16935"/>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312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CC41-27A4-EF3D-63BA-D3D8B01EEF3B}"/>
              </a:ext>
            </a:extLst>
          </p:cNvPr>
          <p:cNvSpPr>
            <a:spLocks noGrp="1"/>
          </p:cNvSpPr>
          <p:nvPr>
            <p:ph type="title"/>
          </p:nvPr>
        </p:nvSpPr>
        <p:spPr>
          <a:xfrm>
            <a:off x="1156271" y="5083393"/>
            <a:ext cx="10234613" cy="1366568"/>
          </a:xfrm>
        </p:spPr>
        <p:txBody>
          <a:bodyPr>
            <a:normAutofit/>
          </a:bodyPr>
          <a:lstStyle/>
          <a:p>
            <a:r>
              <a:rPr lang="en-US" sz="2400" dirty="0"/>
              <a:t>LinkedList :</a:t>
            </a:r>
            <a:br>
              <a:rPr lang="en-US" sz="2400" dirty="0"/>
            </a:br>
            <a:r>
              <a:rPr lang="en-US" sz="2000" dirty="0"/>
              <a:t>LinkedList is used for watch history in which user can delete user choices movie and even add movies which he has watched</a:t>
            </a:r>
            <a:br>
              <a:rPr lang="en-US" sz="2000" dirty="0"/>
            </a:br>
            <a:endParaRPr lang="en-IN" sz="2000" dirty="0"/>
          </a:p>
        </p:txBody>
      </p:sp>
      <p:pic>
        <p:nvPicPr>
          <p:cNvPr id="5" name="Content Placeholder 4">
            <a:extLst>
              <a:ext uri="{FF2B5EF4-FFF2-40B4-BE49-F238E27FC236}">
                <a16:creationId xmlns:a16="http://schemas.microsoft.com/office/drawing/2014/main" id="{4DE71298-A122-D186-880B-F03DF76829C2}"/>
              </a:ext>
            </a:extLst>
          </p:cNvPr>
          <p:cNvPicPr>
            <a:picLocks noGrp="1" noChangeAspect="1"/>
          </p:cNvPicPr>
          <p:nvPr>
            <p:ph idx="4294967295"/>
          </p:nvPr>
        </p:nvPicPr>
        <p:blipFill>
          <a:blip r:embed="rId2"/>
          <a:stretch>
            <a:fillRect/>
          </a:stretch>
        </p:blipFill>
        <p:spPr>
          <a:xfrm>
            <a:off x="1156273" y="176430"/>
            <a:ext cx="10234612" cy="4906963"/>
          </a:xfrm>
          <a:prstGeom prst="rect">
            <a:avLst/>
          </a:prstGeom>
        </p:spPr>
      </p:pic>
      <p:pic>
        <p:nvPicPr>
          <p:cNvPr id="7" name="Picture 2" descr="KLH University">
            <a:extLst>
              <a:ext uri="{FF2B5EF4-FFF2-40B4-BE49-F238E27FC236}">
                <a16:creationId xmlns:a16="http://schemas.microsoft.com/office/drawing/2014/main" id="{22BAD0FC-2A8F-F383-A77C-40196D936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49" y="80525"/>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60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275C-3376-2D38-F75F-E5ACEFD1A644}"/>
              </a:ext>
            </a:extLst>
          </p:cNvPr>
          <p:cNvSpPr>
            <a:spLocks noGrp="1"/>
          </p:cNvSpPr>
          <p:nvPr>
            <p:ph type="title"/>
          </p:nvPr>
        </p:nvSpPr>
        <p:spPr>
          <a:xfrm>
            <a:off x="953729" y="4965289"/>
            <a:ext cx="10058400" cy="1396181"/>
          </a:xfrm>
        </p:spPr>
        <p:txBody>
          <a:bodyPr>
            <a:normAutofit/>
          </a:bodyPr>
          <a:lstStyle/>
          <a:p>
            <a:r>
              <a:rPr lang="en-US" sz="2400" dirty="0"/>
              <a:t>Stacks :</a:t>
            </a:r>
            <a:br>
              <a:rPr lang="en-US" sz="2400" dirty="0"/>
            </a:br>
            <a:r>
              <a:rPr lang="en-US" sz="1800" dirty="0"/>
              <a:t>Stacks are used for watch List in which user can add movies to the watch list to watch later and can also delete watched movie and can search the movie in the watch list</a:t>
            </a:r>
            <a:br>
              <a:rPr lang="en-US" sz="1800" dirty="0"/>
            </a:br>
            <a:br>
              <a:rPr lang="en-US" sz="1800" dirty="0"/>
            </a:br>
            <a:endParaRPr lang="en-IN" sz="1800" dirty="0"/>
          </a:p>
        </p:txBody>
      </p:sp>
      <p:pic>
        <p:nvPicPr>
          <p:cNvPr id="4" name="Picture 3">
            <a:extLst>
              <a:ext uri="{FF2B5EF4-FFF2-40B4-BE49-F238E27FC236}">
                <a16:creationId xmlns:a16="http://schemas.microsoft.com/office/drawing/2014/main" id="{77CE575A-29F9-6F17-9E55-5F41C7ACE246}"/>
              </a:ext>
            </a:extLst>
          </p:cNvPr>
          <p:cNvPicPr>
            <a:picLocks noChangeAspect="1"/>
          </p:cNvPicPr>
          <p:nvPr/>
        </p:nvPicPr>
        <p:blipFill>
          <a:blip r:embed="rId2"/>
          <a:stretch>
            <a:fillRect/>
          </a:stretch>
        </p:blipFill>
        <p:spPr>
          <a:xfrm>
            <a:off x="953729" y="157317"/>
            <a:ext cx="10355551" cy="4807972"/>
          </a:xfrm>
          <a:prstGeom prst="rect">
            <a:avLst/>
          </a:prstGeom>
        </p:spPr>
      </p:pic>
      <p:pic>
        <p:nvPicPr>
          <p:cNvPr id="5" name="Picture 2" descr="KLH University">
            <a:extLst>
              <a:ext uri="{FF2B5EF4-FFF2-40B4-BE49-F238E27FC236}">
                <a16:creationId xmlns:a16="http://schemas.microsoft.com/office/drawing/2014/main" id="{346B8D23-1082-A5DC-EB80-84A11387E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0526"/>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03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534C9-9361-50E3-6132-0E051CDCBC71}"/>
              </a:ext>
            </a:extLst>
          </p:cNvPr>
          <p:cNvSpPr>
            <a:spLocks noGrp="1"/>
          </p:cNvSpPr>
          <p:nvPr>
            <p:ph type="title"/>
          </p:nvPr>
        </p:nvSpPr>
        <p:spPr>
          <a:xfrm>
            <a:off x="939964" y="4916129"/>
            <a:ext cx="10058400" cy="1524000"/>
          </a:xfrm>
        </p:spPr>
        <p:txBody>
          <a:bodyPr>
            <a:normAutofit/>
          </a:bodyPr>
          <a:lstStyle/>
          <a:p>
            <a:r>
              <a:rPr lang="en-US" sz="2400" dirty="0"/>
              <a:t>Queues :</a:t>
            </a:r>
            <a:br>
              <a:rPr lang="en-US" sz="2400" dirty="0"/>
            </a:br>
            <a:r>
              <a:rPr lang="en-US" sz="1800" dirty="0"/>
              <a:t>Queues is used for trending movies as it uses first in last out (FILO) and last in first out (LIFO) .In this user can see trending movies and can delete then and even add movies.</a:t>
            </a:r>
            <a:br>
              <a:rPr lang="en-US" sz="1800" dirty="0"/>
            </a:br>
            <a:br>
              <a:rPr lang="en-US" sz="1800" dirty="0"/>
            </a:br>
            <a:endParaRPr lang="en-IN" sz="1800" dirty="0"/>
          </a:p>
        </p:txBody>
      </p:sp>
      <p:pic>
        <p:nvPicPr>
          <p:cNvPr id="4" name="Picture 3">
            <a:extLst>
              <a:ext uri="{FF2B5EF4-FFF2-40B4-BE49-F238E27FC236}">
                <a16:creationId xmlns:a16="http://schemas.microsoft.com/office/drawing/2014/main" id="{370F632B-3FA6-C551-F5AE-C1D0E532B4F4}"/>
              </a:ext>
            </a:extLst>
          </p:cNvPr>
          <p:cNvPicPr>
            <a:picLocks noChangeAspect="1"/>
          </p:cNvPicPr>
          <p:nvPr/>
        </p:nvPicPr>
        <p:blipFill>
          <a:blip r:embed="rId2"/>
          <a:stretch>
            <a:fillRect/>
          </a:stretch>
        </p:blipFill>
        <p:spPr>
          <a:xfrm>
            <a:off x="939964" y="196645"/>
            <a:ext cx="10312072" cy="4817807"/>
          </a:xfrm>
          <a:prstGeom prst="rect">
            <a:avLst/>
          </a:prstGeom>
        </p:spPr>
      </p:pic>
      <p:pic>
        <p:nvPicPr>
          <p:cNvPr id="5" name="Picture 2" descr="KLH University">
            <a:extLst>
              <a:ext uri="{FF2B5EF4-FFF2-40B4-BE49-F238E27FC236}">
                <a16:creationId xmlns:a16="http://schemas.microsoft.com/office/drawing/2014/main" id="{2EA7136A-DB9F-F0CB-B0BF-21C7ABE7FC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2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82D87-6EF0-8018-D7C0-B3534F056D5F}"/>
              </a:ext>
            </a:extLst>
          </p:cNvPr>
          <p:cNvSpPr>
            <a:spLocks noGrp="1"/>
          </p:cNvSpPr>
          <p:nvPr>
            <p:ph type="title"/>
          </p:nvPr>
        </p:nvSpPr>
        <p:spPr>
          <a:xfrm>
            <a:off x="1100557" y="4701287"/>
            <a:ext cx="9946967" cy="1450757"/>
          </a:xfrm>
        </p:spPr>
        <p:txBody>
          <a:bodyPr>
            <a:normAutofit/>
          </a:bodyPr>
          <a:lstStyle/>
          <a:p>
            <a:r>
              <a:rPr lang="en-US" sz="2400" dirty="0"/>
              <a:t>File Handling :</a:t>
            </a:r>
            <a:br>
              <a:rPr lang="en-US" sz="2400" dirty="0"/>
            </a:br>
            <a:r>
              <a:rPr lang="en-US" sz="1800" dirty="0"/>
              <a:t>In this file handling is used to store the Movie Details which can be edited also</a:t>
            </a:r>
            <a:br>
              <a:rPr lang="en-US" sz="1800" dirty="0"/>
            </a:br>
            <a:br>
              <a:rPr lang="en-US" sz="1800" dirty="0"/>
            </a:br>
            <a:endParaRPr lang="en-IN" sz="1800" dirty="0"/>
          </a:p>
        </p:txBody>
      </p:sp>
      <p:pic>
        <p:nvPicPr>
          <p:cNvPr id="4" name="Picture 3">
            <a:extLst>
              <a:ext uri="{FF2B5EF4-FFF2-40B4-BE49-F238E27FC236}">
                <a16:creationId xmlns:a16="http://schemas.microsoft.com/office/drawing/2014/main" id="{784511F4-5AEB-2BA9-EC70-BFD61F4BADC4}"/>
              </a:ext>
            </a:extLst>
          </p:cNvPr>
          <p:cNvPicPr>
            <a:picLocks noChangeAspect="1"/>
          </p:cNvPicPr>
          <p:nvPr/>
        </p:nvPicPr>
        <p:blipFill>
          <a:blip r:embed="rId2"/>
          <a:stretch>
            <a:fillRect/>
          </a:stretch>
        </p:blipFill>
        <p:spPr>
          <a:xfrm>
            <a:off x="1100558" y="219756"/>
            <a:ext cx="10251767" cy="4735701"/>
          </a:xfrm>
          <a:prstGeom prst="rect">
            <a:avLst/>
          </a:prstGeom>
        </p:spPr>
      </p:pic>
      <p:pic>
        <p:nvPicPr>
          <p:cNvPr id="5" name="Picture 2" descr="KLH University">
            <a:extLst>
              <a:ext uri="{FF2B5EF4-FFF2-40B4-BE49-F238E27FC236}">
                <a16:creationId xmlns:a16="http://schemas.microsoft.com/office/drawing/2014/main" id="{4B43852F-6CE1-F7B2-1170-DF83ABDB4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4209"/>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00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8458-1C03-713E-0196-7FFB60E9DFF2}"/>
              </a:ext>
            </a:extLst>
          </p:cNvPr>
          <p:cNvSpPr>
            <a:spLocks noGrp="1"/>
          </p:cNvSpPr>
          <p:nvPr>
            <p:ph type="title"/>
          </p:nvPr>
        </p:nvSpPr>
        <p:spPr>
          <a:xfrm>
            <a:off x="334297" y="4937261"/>
            <a:ext cx="10555913" cy="1450757"/>
          </a:xfrm>
        </p:spPr>
        <p:txBody>
          <a:bodyPr>
            <a:normAutofit/>
          </a:bodyPr>
          <a:lstStyle/>
          <a:p>
            <a:r>
              <a:rPr lang="en-US" sz="2400" dirty="0"/>
              <a:t>Output :</a:t>
            </a:r>
            <a:br>
              <a:rPr lang="en-US" sz="2400" dirty="0"/>
            </a:br>
            <a:r>
              <a:rPr lang="en-US" sz="2000" dirty="0"/>
              <a:t>These are the 2 samples output structure of the code</a:t>
            </a:r>
            <a:br>
              <a:rPr lang="en-US" sz="2000" dirty="0"/>
            </a:br>
            <a:br>
              <a:rPr lang="en-US" sz="2000" dirty="0"/>
            </a:br>
            <a:endParaRPr lang="en-IN" sz="2000" dirty="0"/>
          </a:p>
        </p:txBody>
      </p:sp>
      <p:pic>
        <p:nvPicPr>
          <p:cNvPr id="4" name="Picture 3">
            <a:extLst>
              <a:ext uri="{FF2B5EF4-FFF2-40B4-BE49-F238E27FC236}">
                <a16:creationId xmlns:a16="http://schemas.microsoft.com/office/drawing/2014/main" id="{06B0715C-7BEA-217D-901C-BC6AB8575A82}"/>
              </a:ext>
            </a:extLst>
          </p:cNvPr>
          <p:cNvPicPr>
            <a:picLocks noChangeAspect="1"/>
          </p:cNvPicPr>
          <p:nvPr/>
        </p:nvPicPr>
        <p:blipFill>
          <a:blip r:embed="rId2"/>
          <a:stretch>
            <a:fillRect/>
          </a:stretch>
        </p:blipFill>
        <p:spPr>
          <a:xfrm>
            <a:off x="235974" y="303201"/>
            <a:ext cx="5722375" cy="4634059"/>
          </a:xfrm>
          <a:prstGeom prst="rect">
            <a:avLst/>
          </a:prstGeom>
        </p:spPr>
      </p:pic>
      <p:pic>
        <p:nvPicPr>
          <p:cNvPr id="6" name="Picture 5">
            <a:extLst>
              <a:ext uri="{FF2B5EF4-FFF2-40B4-BE49-F238E27FC236}">
                <a16:creationId xmlns:a16="http://schemas.microsoft.com/office/drawing/2014/main" id="{5EA9694D-47B0-C5FB-08BC-D746390200D1}"/>
              </a:ext>
            </a:extLst>
          </p:cNvPr>
          <p:cNvPicPr>
            <a:picLocks noChangeAspect="1"/>
          </p:cNvPicPr>
          <p:nvPr/>
        </p:nvPicPr>
        <p:blipFill>
          <a:blip r:embed="rId3"/>
          <a:stretch>
            <a:fillRect/>
          </a:stretch>
        </p:blipFill>
        <p:spPr>
          <a:xfrm>
            <a:off x="6164825" y="303201"/>
            <a:ext cx="5722375" cy="4634059"/>
          </a:xfrm>
          <a:prstGeom prst="rect">
            <a:avLst/>
          </a:prstGeom>
        </p:spPr>
      </p:pic>
      <p:pic>
        <p:nvPicPr>
          <p:cNvPr id="7" name="Picture 2" descr="KLH University">
            <a:extLst>
              <a:ext uri="{FF2B5EF4-FFF2-40B4-BE49-F238E27FC236}">
                <a16:creationId xmlns:a16="http://schemas.microsoft.com/office/drawing/2014/main" id="{46566F40-D2A6-A260-C9AC-299526306C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981" y="90358"/>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33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B5369-7979-A63A-780F-D2334A727FBC}"/>
              </a:ext>
            </a:extLst>
          </p:cNvPr>
          <p:cNvSpPr>
            <a:spLocks noGrp="1"/>
          </p:cNvSpPr>
          <p:nvPr>
            <p:ph type="title"/>
          </p:nvPr>
        </p:nvSpPr>
        <p:spPr>
          <a:xfrm>
            <a:off x="1156273" y="806245"/>
            <a:ext cx="9541224" cy="3637935"/>
          </a:xfrm>
        </p:spPr>
        <p:txBody>
          <a:bodyPr>
            <a:normAutofit/>
          </a:bodyPr>
          <a:lstStyle/>
          <a:p>
            <a:r>
              <a:rPr lang="en-US" dirty="0"/>
              <a:t>                        </a:t>
            </a:r>
            <a:r>
              <a:rPr lang="en-US" b="1" dirty="0">
                <a:latin typeface="Bahnschrift Condensed" panose="020B0502040204020203" pitchFamily="34" charset="0"/>
              </a:rPr>
              <a:t>Thank You </a:t>
            </a:r>
            <a:r>
              <a:rPr lang="en-US" dirty="0"/>
              <a:t>! </a:t>
            </a:r>
            <a:br>
              <a:rPr lang="en-US" dirty="0"/>
            </a:br>
            <a:br>
              <a:rPr lang="en-US" dirty="0"/>
            </a:br>
            <a:endParaRPr lang="en-IN" dirty="0"/>
          </a:p>
        </p:txBody>
      </p:sp>
      <p:pic>
        <p:nvPicPr>
          <p:cNvPr id="3" name="Picture 2" descr="KLH University">
            <a:extLst>
              <a:ext uri="{FF2B5EF4-FFF2-40B4-BE49-F238E27FC236}">
                <a16:creationId xmlns:a16="http://schemas.microsoft.com/office/drawing/2014/main" id="{CB90D13F-B1D2-6E6B-FA5E-1FE1CE98B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71" y="228009"/>
            <a:ext cx="1012722" cy="578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49776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128</TotalTime>
  <Words>472</Words>
  <Application>Microsoft Office PowerPoint</Application>
  <PresentationFormat>Widescreen</PresentationFormat>
  <Paragraphs>66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Bahnschrift Condensed</vt:lpstr>
      <vt:lpstr>Calibri</vt:lpstr>
      <vt:lpstr>Calibri Light</vt:lpstr>
      <vt:lpstr>Retrospect</vt:lpstr>
      <vt:lpstr>PROJECT TITLE :  OTT PLATFORM / ONLINE MOVIE LIBRARY SYSTEM</vt:lpstr>
      <vt:lpstr>PowerPoint Presentation</vt:lpstr>
      <vt:lpstr>PowerPoint Presentation</vt:lpstr>
      <vt:lpstr>PowerPoint Presentation</vt:lpstr>
      <vt:lpstr>PowerPoint Presentation</vt:lpstr>
      <vt:lpstr>LinkedList : LinkedList is used for watch history in which user can delete user choices movie and even add movies which he has watched </vt:lpstr>
      <vt:lpstr>Stacks : Stacks are used for watch List in which user can add movies to the watch list to watch later and can also delete watched movie and can search the movie in the watch list  </vt:lpstr>
      <vt:lpstr>Queues : Queues is used for trending movies as it uses first in last out (FILO) and last in first out (LIFO) .In this user can see trending movies and can delete then and even add movies.  </vt:lpstr>
      <vt:lpstr>File Handling : In this file handling is used to store the Movie Details which can be edited also  </vt:lpstr>
      <vt:lpstr>Output : These are the 2 samples output structure of the code  </vt:lpstr>
      <vt:lpstr>                        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Thanu Sree</dc:creator>
  <cp:lastModifiedBy>Thanu Sree</cp:lastModifiedBy>
  <cp:revision>1</cp:revision>
  <dcterms:created xsi:type="dcterms:W3CDTF">2026-03-28T03:11:48Z</dcterms:created>
  <dcterms:modified xsi:type="dcterms:W3CDTF">2026-03-28T05:20:06Z</dcterms:modified>
</cp:coreProperties>
</file>